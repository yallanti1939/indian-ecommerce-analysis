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1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9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4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4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8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0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6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7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77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7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09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00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53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63" y="2245317"/>
            <a:ext cx="7511473" cy="1312480"/>
          </a:xfrm>
        </p:spPr>
        <p:txBody>
          <a:bodyPr/>
          <a:lstStyle/>
          <a:p>
            <a:pPr algn="ctr"/>
            <a:r>
              <a:rPr b="1" dirty="0"/>
              <a:t>Indian E-Commerce Analysis and Customer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3" y="3850473"/>
            <a:ext cx="7511472" cy="468176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Prepared By: YALLANTI VENKATA SAI TEJA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006" y="1771931"/>
            <a:ext cx="8229600" cy="2488227"/>
          </a:xfrm>
        </p:spPr>
        <p:txBody>
          <a:bodyPr>
            <a:normAutofit/>
          </a:bodyPr>
          <a:lstStyle/>
          <a:p>
            <a:r>
              <a:rPr sz="2200" dirty="0"/>
              <a:t>Analyze sales trends</a:t>
            </a:r>
          </a:p>
          <a:p>
            <a:r>
              <a:rPr sz="2200" dirty="0"/>
              <a:t>Customer segmentation using RFM</a:t>
            </a:r>
          </a:p>
          <a:p>
            <a:r>
              <a:rPr sz="2200" dirty="0"/>
              <a:t>Sales forecasting and business insights</a:t>
            </a:r>
          </a:p>
          <a:p>
            <a:r>
              <a:rPr sz="2200" dirty="0"/>
              <a:t>Identify business opportunities</a:t>
            </a:r>
          </a:p>
          <a:p>
            <a:r>
              <a:rPr sz="2200" dirty="0"/>
              <a:t>Improve customer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830685"/>
            <a:ext cx="7511472" cy="2513286"/>
          </a:xfrm>
        </p:spPr>
        <p:txBody>
          <a:bodyPr>
            <a:normAutofit/>
          </a:bodyPr>
          <a:lstStyle/>
          <a:p>
            <a:r>
              <a:rPr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Data</a:t>
            </a:r>
          </a:p>
          <a:p>
            <a:r>
              <a:rPr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Data</a:t>
            </a:r>
          </a:p>
          <a:p>
            <a:r>
              <a:rPr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Data</a:t>
            </a:r>
          </a:p>
          <a:p>
            <a:r>
              <a:rPr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 Data</a:t>
            </a:r>
          </a:p>
          <a:p>
            <a:r>
              <a:rPr sz="22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 &amp; Sales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174" y="1908498"/>
            <a:ext cx="7511472" cy="2395299"/>
          </a:xfrm>
        </p:spPr>
        <p:txBody>
          <a:bodyPr>
            <a:normAutofit/>
          </a:bodyPr>
          <a:lstStyle/>
          <a:p>
            <a:r>
              <a:rPr sz="2200" dirty="0"/>
              <a:t>Removed duplicates</a:t>
            </a:r>
          </a:p>
          <a:p>
            <a:r>
              <a:rPr sz="2200" dirty="0"/>
              <a:t>Handled missing values</a:t>
            </a:r>
          </a:p>
          <a:p>
            <a:r>
              <a:rPr sz="2200" dirty="0"/>
              <a:t>Converted datetime columns</a:t>
            </a:r>
          </a:p>
          <a:p>
            <a:r>
              <a:rPr sz="2200" dirty="0"/>
              <a:t>Prepared clean datasets</a:t>
            </a:r>
          </a:p>
          <a:p>
            <a:r>
              <a:rPr sz="2200" dirty="0"/>
              <a:t>Standardized dataset formatting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34" y="320714"/>
            <a:ext cx="7511473" cy="1312480"/>
          </a:xfrm>
        </p:spPr>
        <p:txBody>
          <a:bodyPr/>
          <a:lstStyle/>
          <a:p>
            <a:r>
              <a:rPr b="1" dirty="0"/>
              <a:t>Monthly 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535" y="1796362"/>
            <a:ext cx="7511472" cy="535962"/>
          </a:xfrm>
        </p:spPr>
        <p:txBody>
          <a:bodyPr/>
          <a:lstStyle/>
          <a:p>
            <a:r>
              <a:rPr dirty="0"/>
              <a:t>Monthly revenue trends and seasonal sales analysis</a:t>
            </a:r>
          </a:p>
        </p:txBody>
      </p:sp>
      <p:pic>
        <p:nvPicPr>
          <p:cNvPr id="4" name="Picture 3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52" y="2685016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425" y="71743"/>
            <a:ext cx="7511473" cy="1312480"/>
          </a:xfrm>
        </p:spPr>
        <p:txBody>
          <a:bodyPr/>
          <a:lstStyle/>
          <a:p>
            <a:r>
              <a:rPr b="1" dirty="0"/>
              <a:t>Yearly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2" y="1423552"/>
            <a:ext cx="7511472" cy="537002"/>
          </a:xfrm>
        </p:spPr>
        <p:txBody>
          <a:bodyPr/>
          <a:lstStyle/>
          <a:p>
            <a:r>
              <a:rPr dirty="0"/>
              <a:t>Yearly revenue and business growth overview</a:t>
            </a:r>
          </a:p>
        </p:txBody>
      </p:sp>
      <p:pic>
        <p:nvPicPr>
          <p:cNvPr id="4" name="Picture 3" descr="yearly_sale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9883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910" y="0"/>
            <a:ext cx="7511473" cy="1312480"/>
          </a:xfrm>
        </p:spPr>
        <p:txBody>
          <a:bodyPr/>
          <a:lstStyle/>
          <a:p>
            <a:r>
              <a:rPr b="1" dirty="0"/>
              <a:t>Best-Selling Products &amp;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4" y="1673869"/>
            <a:ext cx="7511472" cy="458344"/>
          </a:xfrm>
        </p:spPr>
        <p:txBody>
          <a:bodyPr/>
          <a:lstStyle/>
          <a:p>
            <a:r>
              <a:rPr dirty="0"/>
              <a:t>Top-performing products and categories</a:t>
            </a:r>
          </a:p>
        </p:txBody>
      </p:sp>
      <p:pic>
        <p:nvPicPr>
          <p:cNvPr id="4" name="Picture 3" descr="top_categorie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1" y="2465376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5925"/>
            <a:ext cx="7511473" cy="1312480"/>
          </a:xfrm>
        </p:spPr>
        <p:txBody>
          <a:bodyPr/>
          <a:lstStyle/>
          <a:p>
            <a:r>
              <a:rPr b="1" dirty="0"/>
              <a:t>Geographic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357901"/>
            <a:ext cx="7511472" cy="542958"/>
          </a:xfrm>
        </p:spPr>
        <p:txBody>
          <a:bodyPr/>
          <a:lstStyle/>
          <a:p>
            <a:r>
              <a:rPr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Regional sales distribution and location analysis</a:t>
            </a:r>
          </a:p>
        </p:txBody>
      </p:sp>
      <p:pic>
        <p:nvPicPr>
          <p:cNvPr id="4" name="Picture 3" descr="top_location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6" y="2390289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9" y="99700"/>
            <a:ext cx="7769381" cy="1312480"/>
          </a:xfrm>
        </p:spPr>
        <p:txBody>
          <a:bodyPr/>
          <a:lstStyle/>
          <a:p>
            <a:r>
              <a:rPr b="1" dirty="0"/>
              <a:t>Customer Segmentation (RFM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29" y="1457938"/>
            <a:ext cx="7511472" cy="379686"/>
          </a:xfrm>
        </p:spPr>
        <p:txBody>
          <a:bodyPr/>
          <a:lstStyle/>
          <a:p>
            <a:r>
              <a:rPr dirty="0"/>
              <a:t>Customer segments and retention insights</a:t>
            </a:r>
          </a:p>
        </p:txBody>
      </p:sp>
      <p:pic>
        <p:nvPicPr>
          <p:cNvPr id="4" name="Picture 3" descr="segment_distributi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10" y="2263068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63" y="0"/>
            <a:ext cx="7511473" cy="1312480"/>
          </a:xfrm>
        </p:spPr>
        <p:txBody>
          <a:bodyPr/>
          <a:lstStyle/>
          <a:p>
            <a:r>
              <a:rPr b="1" dirty="0"/>
              <a:t>RFM Visualization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3" y="1140542"/>
            <a:ext cx="8229600" cy="747917"/>
          </a:xfrm>
        </p:spPr>
        <p:txBody>
          <a:bodyPr/>
          <a:lstStyle/>
          <a:p>
            <a:r>
              <a:rPr dirty="0"/>
              <a:t>Customer behavior and spending patterns</a:t>
            </a:r>
          </a:p>
        </p:txBody>
      </p:sp>
      <p:pic>
        <p:nvPicPr>
          <p:cNvPr id="4" name="Picture 3" descr="rf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3" y="1978741"/>
            <a:ext cx="603461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63" y="0"/>
            <a:ext cx="7511473" cy="1312480"/>
          </a:xfrm>
        </p:spPr>
        <p:txBody>
          <a:bodyPr/>
          <a:lstStyle/>
          <a:p>
            <a:r>
              <a:rPr b="1" dirty="0"/>
              <a:t>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542766"/>
            <a:ext cx="7511472" cy="623308"/>
          </a:xfrm>
        </p:spPr>
        <p:txBody>
          <a:bodyPr/>
          <a:lstStyle/>
          <a:p>
            <a:r>
              <a:rPr dirty="0"/>
              <a:t>Future sales prediction and forecasting trends</a:t>
            </a:r>
          </a:p>
        </p:txBody>
      </p:sp>
      <p:pic>
        <p:nvPicPr>
          <p:cNvPr id="4" name="Picture 3" descr="sales_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36" y="2509165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35579"/>
            <a:ext cx="7511473" cy="1312480"/>
          </a:xfrm>
        </p:spPr>
        <p:txBody>
          <a:bodyPr/>
          <a:lstStyle/>
          <a:p>
            <a:r>
              <a:rPr b="1" dirty="0"/>
              <a:t>Business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64" y="1521163"/>
            <a:ext cx="7511472" cy="583979"/>
          </a:xfrm>
        </p:spPr>
        <p:txBody>
          <a:bodyPr/>
          <a:lstStyle/>
          <a:p>
            <a:r>
              <a:rPr dirty="0"/>
              <a:t>Growth opportunities and expansion strategies</a:t>
            </a:r>
          </a:p>
        </p:txBody>
      </p:sp>
      <p:pic>
        <p:nvPicPr>
          <p:cNvPr id="4" name="Picture 3" descr="top_categorie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59743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99700"/>
            <a:ext cx="7511473" cy="1312480"/>
          </a:xfrm>
        </p:spPr>
        <p:txBody>
          <a:bodyPr/>
          <a:lstStyle/>
          <a:p>
            <a:r>
              <a:rPr b="1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006" y="1563328"/>
            <a:ext cx="7511472" cy="2336305"/>
          </a:xfrm>
        </p:spPr>
        <p:txBody>
          <a:bodyPr/>
          <a:lstStyle/>
          <a:p>
            <a:r>
              <a:rPr dirty="0"/>
              <a:t>Inventory optimization</a:t>
            </a:r>
          </a:p>
          <a:p>
            <a:r>
              <a:rPr dirty="0"/>
              <a:t>Loyalty programs</a:t>
            </a:r>
          </a:p>
          <a:p>
            <a:r>
              <a:rPr dirty="0"/>
              <a:t>Regional marketing</a:t>
            </a:r>
          </a:p>
          <a:p>
            <a:r>
              <a:rPr dirty="0"/>
              <a:t>Forecast-based planning</a:t>
            </a:r>
          </a:p>
          <a:p>
            <a:r>
              <a:rPr dirty="0"/>
              <a:t>Personalized promotional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448534"/>
            <a:ext cx="7511473" cy="131248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9" y="861362"/>
            <a:ext cx="7511472" cy="4041162"/>
          </a:xfrm>
        </p:spPr>
        <p:txBody>
          <a:bodyPr/>
          <a:lstStyle/>
          <a:p>
            <a:r>
              <a:rPr dirty="0"/>
              <a:t>Sales trends analyzed</a:t>
            </a:r>
          </a:p>
          <a:p>
            <a:r>
              <a:rPr dirty="0"/>
              <a:t>Customer insights generated</a:t>
            </a:r>
          </a:p>
          <a:p>
            <a:r>
              <a:rPr dirty="0"/>
              <a:t>Forecasting completed</a:t>
            </a:r>
          </a:p>
          <a:p>
            <a:r>
              <a:rPr dirty="0"/>
              <a:t>Business recommendations provided</a:t>
            </a:r>
          </a:p>
          <a:p>
            <a:r>
              <a:rPr dirty="0"/>
              <a:t>Business growth opportunities identified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3" y="2693374"/>
            <a:ext cx="8229600" cy="1143000"/>
          </a:xfrm>
        </p:spPr>
        <p:txBody>
          <a:bodyPr/>
          <a:lstStyle/>
          <a:p>
            <a:pPr algn="ctr"/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7116" y="3853580"/>
            <a:ext cx="4409768" cy="651387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Q</a:t>
            </a:r>
            <a:r>
              <a:rPr dirty="0" err="1"/>
              <a:t>uestions</a:t>
            </a:r>
            <a:r>
              <a:rPr dirty="0"/>
              <a:t> &amp; Discussion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</TotalTime>
  <Words>172</Words>
  <Application>Microsoft Office PowerPoint</Application>
  <PresentationFormat>On-screen Show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Mesh</vt:lpstr>
      <vt:lpstr>Indian E-Commerce Analysis and Customer Retention</vt:lpstr>
      <vt:lpstr>Project Introduction</vt:lpstr>
      <vt:lpstr>Dataset Overview</vt:lpstr>
      <vt:lpstr>Data Cleaning &amp; Preprocessing</vt:lpstr>
      <vt:lpstr>Monthly Sales Trend Analysis</vt:lpstr>
      <vt:lpstr>Yearly Sales Performance</vt:lpstr>
      <vt:lpstr>Best-Selling Products &amp; Categories</vt:lpstr>
      <vt:lpstr>Geographic Sales Performance</vt:lpstr>
      <vt:lpstr>Customer Segmentation (RFM Analysis)</vt:lpstr>
      <vt:lpstr>RFM Visualization Insights</vt:lpstr>
      <vt:lpstr>Sales Forecasting</vt:lpstr>
      <vt:lpstr>Business Opportunities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yalla</dc:creator>
  <cp:keywords/>
  <dc:description>generated using python-pptx</dc:description>
  <cp:lastModifiedBy>Mr yallanti</cp:lastModifiedBy>
  <cp:revision>2</cp:revision>
  <dcterms:created xsi:type="dcterms:W3CDTF">2013-01-27T09:14:16Z</dcterms:created>
  <dcterms:modified xsi:type="dcterms:W3CDTF">2026-05-19T15:25:10Z</dcterms:modified>
  <cp:category/>
</cp:coreProperties>
</file>